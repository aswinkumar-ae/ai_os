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2CC"/>
                </a:solidFill>
              </a:rPr>
              <a:t>Agenda &amp; Objectives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2CC"/>
                </a:solidFill>
              </a:rPr>
              <a:t>Architecture &amp; Strategy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2CC"/>
                </a:solidFill>
              </a:rPr>
              <a:t>Conclusion &amp; Next Steps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2026-08-31T14:29:02Z</dcterms:created>
  <dcterms:modified xsi:type="dcterms:W3CDTF">2026-08-31T14:29:02Z</dcterms:modified>
</cp:coreProperties>
</file>